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"/>
  </p:handoutMaster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9" d="100"/>
          <a:sy n="129" d="100"/>
        </p:scale>
        <p:origin x="170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9" d="100"/>
          <a:sy n="129" d="100"/>
        </p:scale>
        <p:origin x="27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28EC236-DCE4-E515-4DE6-1B5CA139DF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F6566A-9F79-2F4A-4DB3-E9C16EF174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A9535-5884-0F46-B9F9-F487E99A6E99}" type="datetimeFigureOut">
              <a:rPr kumimoji="1" lang="ko-Kore-KR" altLang="en-US" smtClean="0"/>
              <a:t>2025. 8. 29.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AFBA54-ED6B-0AEC-4720-E33E61B139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F95D13-5C0E-40C2-ABA2-A5E7D9EA3C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AEDBF-8740-A642-B42F-752B459C175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00926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01189-2FB4-F49F-3D16-043DFB9C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56" y="2438400"/>
            <a:ext cx="3726815" cy="334645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F74174-3075-D9F6-1968-0B5212CC7A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25AD7-A218-E46D-D640-783E481F75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416F7F-9191-EE46-57A0-B3F9DDBC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ore-KR" smtClean="0"/>
              <a:t>‹#›</a:t>
            </a:fld>
            <a:endParaRPr lang="ko-Kore-KR" altLang="en-US"/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4DB32B39-AAAD-60F4-E416-8AD07DE316B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73541" y="222631"/>
            <a:ext cx="1094367" cy="141215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4F10FDA5-83E9-DF65-B6D9-665E1050D8C6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56031" y="430838"/>
            <a:ext cx="2036064" cy="184857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2FA96409-40F1-7CFD-CA57-D889CCFCD1F6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237476" y="6269734"/>
            <a:ext cx="1693164" cy="467868"/>
          </a:xfrm>
          <a:prstGeom prst="rect">
            <a:avLst/>
          </a:prstGeom>
        </p:spPr>
      </p:pic>
      <p:pic>
        <p:nvPicPr>
          <p:cNvPr id="16" name="object 5">
            <a:extLst>
              <a:ext uri="{FF2B5EF4-FFF2-40B4-BE49-F238E27FC236}">
                <a16:creationId xmlns:a16="http://schemas.microsoft.com/office/drawing/2014/main" id="{E71409C4-4A6B-3F40-C121-A832D7C30C1C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3803731" y="5425763"/>
            <a:ext cx="1491210" cy="413530"/>
          </a:xfrm>
          <a:prstGeom prst="rect">
            <a:avLst/>
          </a:prstGeom>
        </p:spPr>
      </p:pic>
      <p:pic>
        <p:nvPicPr>
          <p:cNvPr id="17" name="object 6">
            <a:extLst>
              <a:ext uri="{FF2B5EF4-FFF2-40B4-BE49-F238E27FC236}">
                <a16:creationId xmlns:a16="http://schemas.microsoft.com/office/drawing/2014/main" id="{A7AC95A9-E399-475A-FD58-8D47F1E276F8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8328659" y="4572"/>
            <a:ext cx="525779" cy="598931"/>
          </a:xfrm>
          <a:prstGeom prst="rect">
            <a:avLst/>
          </a:prstGeom>
        </p:spPr>
      </p:pic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542D5A13-CD9E-341F-8A9A-77F74281B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3427" y="3733800"/>
            <a:ext cx="1828800" cy="533400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2569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4F982-C3A1-59D3-E2D4-117F59B7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3851C2-F8E0-E665-8857-D7578272D4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124E15-5126-A9D9-97E9-E238A68B7EB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5FAC93-F6A0-844D-50E6-DB97202C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ore-KR" smtClean="0"/>
              <a:t>‹#›</a:t>
            </a:fld>
            <a:endParaRPr lang="ko-Kore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38C5C7E-DC57-AAB5-2A18-349EB127B4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990600"/>
            <a:ext cx="8153400" cy="449580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224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9308"/>
            <a:ext cx="9144000" cy="548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67016" y="94488"/>
            <a:ext cx="1505712" cy="4160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626" y="120777"/>
            <a:ext cx="3726815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2816" y="1107947"/>
            <a:ext cx="8141970" cy="2285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5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0</Words>
  <Application>Microsoft Macintosh PowerPoint</Application>
  <PresentationFormat>화면 슬라이드 쇼(4:3)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Malgun Gothic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Nongshim</dc:creator>
  <cp:lastModifiedBy>태희 구</cp:lastModifiedBy>
  <cp:revision>18</cp:revision>
  <dcterms:created xsi:type="dcterms:W3CDTF">2025-08-25T04:35:09Z</dcterms:created>
  <dcterms:modified xsi:type="dcterms:W3CDTF">2025-08-29T01:18:43Z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2025-08-25T00:00:00Z</vt:filetime>
  </property>
  <property fmtid="{D5CDD505-2E9C-101B-9397-08002B2CF9AE}" pid="5" name="Producer">
    <vt:lpwstr>Microsoft® PowerPoint® 2016</vt:lpwstr>
  </property>
</Properties>
</file>