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37C"/>
    <a:srgbClr val="2556D1"/>
    <a:srgbClr val="1D43A3"/>
    <a:srgbClr val="275BD7"/>
    <a:srgbClr val="1C67A1"/>
    <a:srgbClr val="215483"/>
    <a:srgbClr val="E1ECFF"/>
    <a:srgbClr val="D7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88" autoAdjust="0"/>
    <p:restoredTop sz="94660"/>
  </p:normalViewPr>
  <p:slideViewPr>
    <p:cSldViewPr snapToGrid="0" showGuides="1">
      <p:cViewPr varScale="1">
        <p:scale>
          <a:sx n="160" d="100"/>
          <a:sy n="160" d="100"/>
        </p:scale>
        <p:origin x="2508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Picture 8" descr="본문흰색"/>
          <p:cNvPicPr>
            <a:picLocks noChangeAspect="1" noChangeArrowheads="1"/>
          </p:cNvPicPr>
          <p:nvPr userDrawn="1"/>
        </p:nvPicPr>
        <p:blipFill>
          <a:blip r:embed="rId3" cstate="email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6093296"/>
            <a:ext cx="648146" cy="362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037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9" name="Picture 8" descr="본문흰색"/>
          <p:cNvPicPr>
            <a:picLocks noChangeAspect="1" noChangeArrowheads="1"/>
          </p:cNvPicPr>
          <p:nvPr userDrawn="1"/>
        </p:nvPicPr>
        <p:blipFill>
          <a:blip r:embed="rId3" cstate="email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380" y="201302"/>
            <a:ext cx="648146" cy="362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66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8" name="Picture 8" descr="본문흰색"/>
          <p:cNvPicPr>
            <a:picLocks noChangeAspect="1" noChangeArrowheads="1"/>
          </p:cNvPicPr>
          <p:nvPr userDrawn="1"/>
        </p:nvPicPr>
        <p:blipFill>
          <a:blip r:embed="rId3" cstate="email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14380" y="6238035"/>
            <a:ext cx="648146" cy="362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759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1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8" descr="본문흰색"/>
          <p:cNvPicPr>
            <a:picLocks noChangeAspect="1" noChangeArrowheads="1"/>
          </p:cNvPicPr>
          <p:nvPr userDrawn="1"/>
        </p:nvPicPr>
        <p:blipFill>
          <a:blip r:embed="rId3" cstate="email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72400" y="6093296"/>
            <a:ext cx="648146" cy="362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022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180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</TotalTime>
  <Words>0</Words>
  <Application>Microsoft Office PowerPoint</Application>
  <PresentationFormat>화면 슬라이드 쇼(4:3)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2" baseType="lpstr">
      <vt:lpstr>Arial</vt:lpstr>
      <vt:lpstr>Office 테마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ptlineD</dc:creator>
  <cp:lastModifiedBy>태희 구</cp:lastModifiedBy>
  <cp:revision>29</cp:revision>
  <dcterms:created xsi:type="dcterms:W3CDTF">2016-06-22T01:15:21Z</dcterms:created>
  <dcterms:modified xsi:type="dcterms:W3CDTF">2025-08-28T12:36:14Z</dcterms:modified>
</cp:coreProperties>
</file>